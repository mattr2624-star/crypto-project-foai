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Crypto Volatility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FF"/>
                </a:solidFill>
              </a:defRPr>
            </a:pPr>
            <a:r>
              <a:t>Real-Time AI Service for BTC-USD Spike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AAAAA"/>
                </a:solidFill>
              </a:defRPr>
            </a:pPr>
            <a:r>
              <a:t>Presented by: Team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Objective: Predict short-term volatility spikes in BTC-USD markets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 ‣ Binary classification: Spike (1) vs Normal (0)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 ‣ 60-second lookahead prediction window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Real-time streaming from Coinbase WebSocket API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 ‣ Process 1+ tick/second with sub-800ms latency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Full MLOps pipeline with monitoring and rollback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 ‣ Docker-based deployment with one-command startup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 ‣ Grafana dashboards for real-time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B5CF6"/>
                </a:solidFill>
              </a:defRPr>
            </a:pPr>
            <a:r>
              <a:t>Team Lead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Coinbase WebSocket → Ingestor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Ingestor → Kafka (KRaft mode)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Kafka → Feature Engineering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Features → FastAPI /predict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API → Prometheus metrics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Prometheus → Grafana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88"/>
                </a:solidFill>
              </a:defRPr>
            </a:pPr>
            <a: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API: FastAPI (Python 3.11)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Streaming: Apache Kafka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ML: scikit-learn (Logistic Regression)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Tracking: MLflow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Monitoring: Prometheus + Grafana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Container: Docker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B5CF6"/>
                </a:solidFill>
              </a:defRPr>
            </a:pPr>
            <a:r>
              <a:t>Team Lead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 Selection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Models Evaluated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Z-Score Baseline: PR-AUC 0.33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Random Forest: PR-AUC 0.30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Gradient Boosting: PR-AUC 0.84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Logistic Regression: PR-AUC 0.89 ✓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Selected: Logistic Regression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GridSearchCV hyperparameter 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88"/>
                </a:solidFill>
              </a:defRPr>
            </a:pPr>
            <a:r>
              <a:t>Best Model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PR-AUC: 0.8917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ROC-AUC: 0.9399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F1 Score: 0.9091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Precision: 94.34%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Recall: 87.72%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Inference: 0.003 ms/sample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B5CF6"/>
                </a:solidFill>
              </a:defRPr>
            </a:pPr>
            <a:r>
              <a:t>ML Engineer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 Engineering &amp;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Top Features (by importance)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realized_volatility_300s (34%)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realized_volatility_60s (29%)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log_return_300s (16%)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spread_mean_300s (9%)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trade_intensity_300s (7%)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order_book_imbalance (5%)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88"/>
                </a:solidFill>
              </a:defRPr>
            </a:pPr>
            <a:r>
              <a:t>Training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Dataset: 1,140 samples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Train/Test Split: 80/20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Class Balance: 57% normal, 43% spike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5-Fold Cross Validation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GridSearchCV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All CPU cores utilized (n_jobs=-1)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B5CF6"/>
                </a:solidFill>
              </a:defRPr>
            </a:pPr>
            <a:r>
              <a:t>ML Engineer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API &amp;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FastAPI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POST /predict - Volatility prediction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GET /health - Service health check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GET /version - Model version info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GET /metrics - Prometheus metrics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Rate limiting: 100 req/min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Structured JSON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88"/>
                </a:solidFill>
              </a:defRPr>
            </a:pPr>
            <a:r>
              <a:t>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Docker Compose orchestration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Kafka KRaft (no Zookeeper)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Prometheus metrics collection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Grafana dashboards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CI/CD: GitHub Actions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Black + Ruff linting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B5CF6"/>
                </a:solidFill>
              </a:defRPr>
            </a:pPr>
            <a:r>
              <a:t>Backend/DevOps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Monitoring &amp; SLOs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56032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≤800ms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p95 Latency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6032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FF88"/>
                </a:solidFill>
              </a:defRPr>
            </a:pPr>
            <a:r>
              <a:t>99.5%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Availability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56032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</a:defRPr>
            </a:pPr>
            <a:r>
              <a:t>&lt;1%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8346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Error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45920"/>
            <a:ext cx="256032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9202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8800"/>
                </a:solidFill>
              </a:defRPr>
            </a:pPr>
            <a:r>
              <a:t>≥99%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8346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Success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40"/>
            <a:ext cx="256032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Real-time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CPU Usage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749040"/>
            <a:ext cx="256032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0233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FF88"/>
                </a:solidFill>
              </a:defRPr>
            </a:pPr>
            <a:r>
              <a:t>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937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749040"/>
            <a:ext cx="256032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0233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</a:defRPr>
            </a:pPr>
            <a:r>
              <a:t>Evidently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937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Drift Detection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749040"/>
            <a:ext cx="256032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40233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8800"/>
                </a:solidFill>
              </a:defRPr>
            </a:pPr>
            <a:r>
              <a:t>ml|baseline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937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Rollback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B5CF6"/>
                </a:solidFill>
              </a:defRPr>
            </a:pPr>
            <a:r>
              <a:t>Backend/DevOps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One-command startup: docker compose up -d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API Contract: POST /predict with {rows: [...]}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 ‣ Returns: {scores, model_variant, version, ts}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Documentation suite: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 ‣ team_charter.md - Roles &amp; responsibilities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 ‣ selection_rationale.md - Model choice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 ‣ slo.md - Service Level Objectives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 ‣ runbook.md - Operations guide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Demo video: 8-minute walkthrough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 ‣ Startup → Prediction → Failure Recovery →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B5CF6"/>
                </a:solidFill>
              </a:defRPr>
            </a:pPr>
            <a:r>
              <a:t>All Team Members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